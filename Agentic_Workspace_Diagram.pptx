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solidFill>
            <a:srgbClr val="F8F9FA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TẦNG 1:</a:t>
            </a:r>
          </a:p>
          <a:p>
            <a:pPr algn="l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ĐIỀU PHỐI (ORCHESTRATION)</a:t>
            </a:r>
            <a:br/>
            <a:r>
              <a:t>Cải tiến liên tục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solidFill>
            <a:srgbClr val="F8F9FA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TẦNG 2: QUẢN LÝ (MANAGEMENT)</a:t>
            </a:r>
            <a:br/>
            <a:r>
              <a:t>Phê duyệt &amp; Điều phối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566160"/>
            <a:ext cx="8229600" cy="1463040"/>
          </a:xfrm>
          <a:prstGeom prst="rect">
            <a:avLst/>
          </a:prstGeom>
          <a:solidFill>
            <a:srgbClr val="F8F9FA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TẦNG 3:</a:t>
            </a:r>
          </a:p>
          <a:p>
            <a:pPr algn="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THỰC THI (EXECUTION)</a:t>
            </a:r>
            <a:br/>
            <a:r>
              <a:t>Chuẩn hóa &amp; Biên soạn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solidFill>
            <a:srgbClr val="F8F9FA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TẦNG 4:</a:t>
            </a:r>
          </a:p>
          <a:p>
            <a:pPr algn="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NỀN TẢNG (KB &amp; RULES)</a:t>
            </a:r>
            <a:br/>
            <a:r>
              <a:t>Cung cấp dữ liệu &amp; Ràng buộc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SƠ ĐỒ HỆ THỐNG AGENTIC WORKSPACE - TỰ ĐỘNG HÓA LÊN GIÁO ÁN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731520"/>
            <a:ext cx="2286000" cy="731520"/>
          </a:xfrm>
          <a:prstGeom prst="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Agent 4: Feedback Loop</a:t>
            </a:r>
            <a:br/>
            <a:r>
              <a:t>(Cải tiến liên tục)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731520"/>
            <a:ext cx="1645920" cy="5486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Skill: Data Analysis</a:t>
            </a:r>
            <a:br/>
            <a:r>
              <a:t>&amp; Self-Reflection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2286000" cy="914400"/>
          </a:xfrm>
          <a:prstGeom prst="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Agent 3: Approval &amp;</a:t>
            </a:r>
            <a:br/>
            <a:r>
              <a:t>Distribution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00400"/>
            <a:ext cx="2286000" cy="4572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Skill: Zalo API,</a:t>
            </a:r>
            <a:br/>
            <a:r>
              <a:t>Cronjob &amp; Drive API</a:t>
            </a:r>
          </a:p>
        </p:txBody>
      </p:sp>
      <p:sp>
        <p:nvSpPr>
          <p:cNvPr id="11" name="Hexagon 10"/>
          <p:cNvSpPr/>
          <p:nvPr/>
        </p:nvSpPr>
        <p:spPr>
          <a:xfrm>
            <a:off x="4034155" y="2286000"/>
            <a:ext cx="2286000" cy="914400"/>
          </a:xfrm>
          <a:prstGeom prst="hexagon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HUMAN CHECKPOINT</a:t>
            </a:r>
            <a:br/>
            <a:r>
              <a:t>(Trưởng khối duyệt)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40480"/>
            <a:ext cx="2286000" cy="914400"/>
          </a:xfrm>
          <a:prstGeom prst="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Agent 1: Tiếp nhận &amp;</a:t>
            </a:r>
            <a:br/>
            <a:r>
              <a:t>Chuẩn hóa dữ liệu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54880"/>
            <a:ext cx="2286000" cy="4572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Skill: OCR &amp;</a:t>
            </a:r>
            <a:br/>
            <a:r>
              <a:t>Data Extraction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840480"/>
            <a:ext cx="2286000" cy="914400"/>
          </a:xfrm>
          <a:prstGeom prst="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Agent 2: Pedagogical &amp;</a:t>
            </a:r>
            <a:br/>
            <a:r>
              <a:t>Versioning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754880"/>
            <a:ext cx="2286000" cy="4572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Skill: Prompt Eng. &amp;</a:t>
            </a:r>
            <a:br/>
            <a:r>
              <a:t>Content Generation</a:t>
            </a:r>
          </a:p>
        </p:txBody>
      </p:sp>
      <p:sp>
        <p:nvSpPr>
          <p:cNvPr id="16" name="Can 15"/>
          <p:cNvSpPr/>
          <p:nvPr/>
        </p:nvSpPr>
        <p:spPr>
          <a:xfrm>
            <a:off x="914400" y="5486400"/>
            <a:ext cx="2286000" cy="914400"/>
          </a:xfrm>
          <a:prstGeom prst="can">
            <a:avLst/>
          </a:prstGeom>
          <a:solidFill>
            <a:srgbClr val="E0F2F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KNOWLEDGE BASE</a:t>
            </a:r>
            <a:br/>
            <a:r>
              <a:t>- Khung CT học</a:t>
            </a:r>
            <a:br/>
            <a:r>
              <a:t>- Kho Twinkl/Drive</a:t>
            </a:r>
          </a:p>
        </p:txBody>
      </p:sp>
      <p:sp>
        <p:nvSpPr>
          <p:cNvPr id="17" name="Snip Diagonal Corner Rectangle 16"/>
          <p:cNvSpPr/>
          <p:nvPr/>
        </p:nvSpPr>
        <p:spPr>
          <a:xfrm>
            <a:off x="4114800" y="5486400"/>
            <a:ext cx="2286000" cy="914400"/>
          </a:xfrm>
          <a:prstGeom prst="snip2Diag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RULES</a:t>
            </a:r>
            <a:br/>
            <a:r>
              <a:t>- Tiêu chuẩn sư phạm</a:t>
            </a:r>
            <a:br/>
            <a:r>
              <a:t>- Định dạng File</a:t>
            </a:r>
          </a:p>
        </p:txBody>
      </p:sp>
      <p:sp>
        <p:nvSpPr>
          <p:cNvPr id="18" name="Oval 17"/>
          <p:cNvSpPr/>
          <p:nvPr/>
        </p:nvSpPr>
        <p:spPr>
          <a:xfrm>
            <a:off x="6922770" y="2875915"/>
            <a:ext cx="1543685" cy="1206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00000"/>
                </a:solidFill>
                <a:latin typeface="Arial" panose="020B0604020202020204"/>
              </a:defRPr>
            </a:pPr>
            <a:r>
              <a:t>Người dùng:</a:t>
            </a:r>
            <a:br/>
            <a:r>
              <a:t>Giáo viên &amp;</a:t>
            </a:r>
            <a:br/>
            <a:r>
              <a:t>Phụ huynh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057400" y="4754880"/>
            <a:ext cx="0" cy="73152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00400" y="4297680"/>
            <a:ext cx="91440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514600" y="3200400"/>
            <a:ext cx="2743200" cy="6400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2743200"/>
            <a:ext cx="376555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8" idx="2"/>
          </p:cNvCxnSpPr>
          <p:nvPr/>
        </p:nvCxnSpPr>
        <p:spPr>
          <a:xfrm flipH="1" flipV="1">
            <a:off x="6320155" y="2743200"/>
            <a:ext cx="602615" cy="73596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3"/>
          <p:cNvCxnSpPr>
            <a:stCxn id="18" idx="1"/>
            <a:endCxn id="7" idx="3"/>
          </p:cNvCxnSpPr>
          <p:nvPr/>
        </p:nvCxnSpPr>
        <p:spPr>
          <a:xfrm flipH="1" flipV="1">
            <a:off x="5943600" y="1097280"/>
            <a:ext cx="1205230" cy="195516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WPS Presentation</Application>
  <PresentationFormat>On-screen Show (4:3)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Hong Nhung Bui</cp:lastModifiedBy>
  <cp:revision>2</cp:revision>
  <dcterms:created xsi:type="dcterms:W3CDTF">2013-01-27T09:14:00Z</dcterms:created>
  <dcterms:modified xsi:type="dcterms:W3CDTF">2026-07-02T09:00:52Z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C03EC55E987C4C2F982AACE94FE95F8F_12</vt:lpwstr>
  </property>
  <property fmtid="{D5CDD505-2E9C-101B-9397-08002B2CF9AE}" pid="3" name="KSOProductBuildVer">
    <vt:lpwstr>1033-12.1.0.26880</vt:lpwstr>
  </property>
</Properties>
</file>